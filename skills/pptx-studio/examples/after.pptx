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6d901a7fe4974" /><Relationship Type="http://schemas.openxmlformats.org/officeDocument/2006/relationships/extended-properties" Target="/docProps/app.xml" Id="R58b71ff01173412b" /><Relationship Type="http://schemas.openxmlformats.org/officeDocument/2006/relationships/officeDocument" Target="/ppt/presentation.xml" Id="Re37a6da24748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a4e3f23fb477d"/>
  </p:sldMasterIdLst>
  <p:notesMasterIdLst>
    <p:notesMasterId xmlns:r="http://schemas.openxmlformats.org/officeDocument/2006/relationships" r:id="R1f4b2a7127224466"/>
  </p:notesMasterIdLst>
  <p:sldIdLst>
    <p:sldId xmlns:r="http://schemas.openxmlformats.org/officeDocument/2006/relationships" id="256" r:id="R054d4ce290464c01"/>
    <p:sldId xmlns:r="http://schemas.openxmlformats.org/officeDocument/2006/relationships" id="257" r:id="R9161016748e5411f"/>
    <p:sldId xmlns:r="http://schemas.openxmlformats.org/officeDocument/2006/relationships" id="258" r:id="Rc5a568417c1b4a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2d55be2a14c28" /><Relationship Type="http://schemas.openxmlformats.org/officeDocument/2006/relationships/slideMaster" Target="/ppt/slideMasters/slideMaster1.xml" Id="Rb38a4e3f23fb477d" /><Relationship Type="http://schemas.openxmlformats.org/officeDocument/2006/relationships/notesMaster" Target="/ppt/notesMasters/notesMaster1.xml" Id="R1f4b2a7127224466" /><Relationship Type="http://schemas.openxmlformats.org/officeDocument/2006/relationships/presProps" Target="/ppt/presProps.xml" Id="Radfd8292e1654ca4" /><Relationship Type="http://schemas.openxmlformats.org/officeDocument/2006/relationships/tableStyles" Target="/ppt/tableStyles.xml" Id="R0c0b0eabe31042bf" /><Relationship Type="http://schemas.openxmlformats.org/officeDocument/2006/relationships/slide" Target="/ppt/slides/slide1.xml" Id="R054d4ce290464c01" /><Relationship Type="http://schemas.openxmlformats.org/officeDocument/2006/relationships/slide" Target="/ppt/slides/slide2.xml" Id="R9161016748e5411f" /><Relationship Type="http://schemas.openxmlformats.org/officeDocument/2006/relationships/slide" Target="/ppt/slides/slide3.xml" Id="Rc5a568417c1b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f0eb10cce7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060a4efb04d2c" /><Relationship Type="http://schemas.openxmlformats.org/officeDocument/2006/relationships/notesMaster" Target="/ppt/notesMasters/notesMaster1.xml" Id="Ra12e7c80e7d448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654e4752ba4592" /><Relationship Type="http://schemas.openxmlformats.org/officeDocument/2006/relationships/notesMaster" Target="/ppt/notesMasters/notesMaster1.xml" Id="R5c05e5ca2102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537575f4442aa" /><Relationship Type="http://schemas.openxmlformats.org/officeDocument/2006/relationships/notesMaster" Target="/ppt/notesMasters/notesMaster1.xml" Id="R00d248f5aed5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synthetic example. Capability mapping: 客服问答=Headset, 资料检索=FileSearch, 会话记忆=History. Lucide 1.8.0, https://lucide.dev/icons/ . Icons are embedded PNG images; SVG source and notices accompany the deck. Text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stage sequence. No dates or elapsed durations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comparison. A redundant textbox intentionally overlaps the table cell in the source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d41dedef449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5c8695dc34d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a4c3015404e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c2b64dbde4a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b664f506749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88c70b994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B8518-D8DB-4B7A-8FCD-9B5752680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F4688C-2846-4967-9DBD-146825DF1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6BF35F-7A69-4E9E-BEAA-2B85BD285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AB291D-37D5-4663-AD4B-C9DF4C0D8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0923FC-5604-48F7-91D1-8559ECB95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CEDF4A-DACF-4C25-AFE3-A0C03E386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DAEFA8-9737-4784-A775-1D54E012C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0FE2F9-3765-4EF9-8FA2-82D85DFF38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872DA-4BD9-41EA-BE35-359FDCA0F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FE7E4-BED5-404E-AF93-0996DF9753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b5e772534d4462" /><Relationship Type="http://schemas.openxmlformats.org/officeDocument/2006/relationships/slideLayout" Target="/ppt/slideLayouts/slideLayout1.xml" Id="Rbe5a7b20d113411a" /><Relationship Type="http://schemas.openxmlformats.org/officeDocument/2006/relationships/slideLayout" Target="/ppt/slideLayouts/slideLayout2.xml" Id="R4d35e54ddc4348a6" /><Relationship Type="http://schemas.openxmlformats.org/officeDocument/2006/relationships/slideLayout" Target="/ppt/slideLayouts/slideLayout3.xml" Id="R6ed8a1bb65d84969" /><Relationship Type="http://schemas.openxmlformats.org/officeDocument/2006/relationships/slideLayout" Target="/ppt/slideLayouts/slideLayout4.xml" Id="R061e16b620d34b82" /><Relationship Type="http://schemas.openxmlformats.org/officeDocument/2006/relationships/slideLayout" Target="/ppt/slideLayouts/slideLayout5.xml" Id="Raf4409f297c54825" /><Relationship Type="http://schemas.openxmlformats.org/officeDocument/2006/relationships/slideLayout" Target="/ppt/slideLayouts/slideLayout6.xml" Id="Rc0713f3014344f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a7b20d113411a"/>
    <p:sldLayoutId xmlns:r="http://schemas.openxmlformats.org/officeDocument/2006/relationships" id="2147483650" r:id="R4d35e54ddc4348a6"/>
    <p:sldLayoutId xmlns:r="http://schemas.openxmlformats.org/officeDocument/2006/relationships" id="2147483651" r:id="R6ed8a1bb65d84969"/>
    <p:sldLayoutId xmlns:r="http://schemas.openxmlformats.org/officeDocument/2006/relationships" id="2147483652" r:id="R061e16b620d34b82"/>
    <p:sldLayoutId xmlns:r="http://schemas.openxmlformats.org/officeDocument/2006/relationships" id="2147483653" r:id="Raf4409f297c54825"/>
    <p:sldLayoutId xmlns:r="http://schemas.openxmlformats.org/officeDocument/2006/relationships" id="2147483654" r:id="Rc0713f3014344f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6cf53f3544769" /><Relationship Type="http://schemas.openxmlformats.org/officeDocument/2006/relationships/image" Target="/ppt/media/image.png" Id="R979dcd44c9044aa2" /><Relationship Type="http://schemas.openxmlformats.org/officeDocument/2006/relationships/image" Target="/ppt/media/image2.png" Id="R9703f361703649d6" /><Relationship Type="http://schemas.openxmlformats.org/officeDocument/2006/relationships/image" Target="/ppt/media/image3.png" Id="R6c7126d283cc4f5b" /><Relationship Type="http://schemas.openxmlformats.org/officeDocument/2006/relationships/notesSlide" Target="/ppt/notesSlides/notesSlide1.xml" Id="R67b5f89de87443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86102b8564a77" /><Relationship Type="http://schemas.openxmlformats.org/officeDocument/2006/relationships/notesSlide" Target="/ppt/notesSlides/notesSlide2.xml" Id="Rb8aff94e3f0a44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e7850201b4852" /><Relationship Type="http://schemas.openxmlformats.org/officeDocument/2006/relationships/notesSlide" Target="/ppt/notesSlides/notesSlide3.xml" Id="R37faee273efc45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BDADE33-E3CA-417E-A1E1-93C2C8A0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问答服务的三个能力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9DE02-82B3-422B-8624-114C32F0C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cd44c9044aa2"/>
          <a:stretch xmlns:a="http://schemas.openxmlformats.org/drawingml/2006/main"/>
        </p:blipFill>
        <p:spPr>
          <a:xfrm xmlns:a="http://schemas.openxmlformats.org/drawingml/2006/main">
            <a:off x="1000125" y="19335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C9EC3AFA-6C13-4E9F-A6B1-520F9C14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66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客服问答</a:t>
            </a:r>
          </a:p>
        </p:txBody>
      </p:sp>
      <p:sp>
        <p:nvSpPr>
          <p:cNvPr id="4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D48C39D3-7F38-4B59-8AD6-227AFE7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解答用户咨询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0E1B0-E53E-442A-94E7-71A702810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3f361703649d6"/>
          <a:stretch xmlns:a="http://schemas.openxmlformats.org/drawingml/2006/main"/>
        </p:blipFill>
        <p:spPr>
          <a:xfrm xmlns:a="http://schemas.openxmlformats.org/drawingml/2006/main">
            <a:off x="1000125" y="3219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BD50D7B6-4970-43F4-A12A-1E717DD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527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资料检索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23D9F43B-D36D-4E64-ADD8-BFFA653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查找相关资料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30918-8522-4225-BAC5-AD60C816CE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126d283cc4f5b"/>
          <a:stretch xmlns:a="http://schemas.openxmlformats.org/drawingml/2006/main"/>
        </p:blipFill>
        <p:spPr>
          <a:xfrm xmlns:a="http://schemas.openxmlformats.org/drawingml/2006/main">
            <a:off x="1000125" y="45053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E56625BF-D73B-450F-B926-42079E1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会话记忆</a:t>
            </a:r>
          </a:p>
        </p:txBody>
      </p:sp>
      <p:sp>
        <p:nvSpPr>
          <p:cNvPr id="10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242F9C35-E8D8-41A8-9670-6E82B36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读取历史对话</a:t>
            </a:r>
          </a:p>
        </p:txBody>
      </p:sp>
    </p:spTree>
    <p:extLst>
      <p:ext uri="{BB962C8B-B14F-4D97-AF65-F5344CB8AC3E}">
        <p14:creationId xmlns:p14="http://schemas.microsoft.com/office/powerpoint/2010/main" val="841512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02FC784D-58E4-4A66-A03E-19BBD25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项目交付阶段</a:t>
            </a:r>
          </a:p>
        </p:txBody>
      </p:sp>
      <p:sp>
        <p:nvSpPr>
          <p:cNvPr id="2" name="stage-0">
            <a:extLst xmlns:a="http://schemas.openxmlformats.org/drawingml/2006/main">
              <a:ext uri="{FF2B5EF4-FFF2-40B4-BE49-F238E27FC236}">
                <a16:creationId xmlns:a16="http://schemas.microsoft.com/office/drawing/2014/main" id="{F3E89ED9-907B-45C2-87DF-4195E75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3" name="detail-0">
            <a:extLst xmlns:a="http://schemas.openxmlformats.org/drawingml/2006/main">
              <a:ext uri="{FF2B5EF4-FFF2-40B4-BE49-F238E27FC236}">
                <a16:creationId xmlns:a16="http://schemas.microsoft.com/office/drawing/2014/main" id="{BD44D96B-C797-4A16-96B6-93F4A98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明确使用场景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D03A0D11-E434-4301-86C0-7587E26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原型设计</a:t>
            </a:r>
          </a:p>
        </p:txBody>
      </p:sp>
      <p:sp>
        <p:nvSpPr>
          <p:cNvPr id="5" name="detail-1">
            <a:extLst xmlns:a="http://schemas.openxmlformats.org/drawingml/2006/main">
              <a:ext uri="{FF2B5EF4-FFF2-40B4-BE49-F238E27FC236}">
                <a16:creationId xmlns:a16="http://schemas.microsoft.com/office/drawing/2014/main" id="{917C2696-17F0-4DD8-BB38-2C45183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3325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确定交互方案</a:t>
            </a:r>
          </a:p>
        </p:txBody>
      </p:sp>
      <p:sp>
        <p:nvSpPr>
          <p:cNvPr id="6" name="stage-2">
            <a:extLst xmlns:a="http://schemas.openxmlformats.org/drawingml/2006/main">
              <a:ext uri="{FF2B5EF4-FFF2-40B4-BE49-F238E27FC236}">
                <a16:creationId xmlns:a16="http://schemas.microsoft.com/office/drawing/2014/main" id="{45CC1916-6256-4C6D-8C05-BB22D22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联合验证</a:t>
            </a:r>
          </a:p>
        </p:txBody>
      </p:sp>
      <p:sp>
        <p:nvSpPr>
          <p:cNvPr id="7" name="detail-2">
            <a:extLst xmlns:a="http://schemas.openxmlformats.org/drawingml/2006/main">
              <a:ext uri="{FF2B5EF4-FFF2-40B4-BE49-F238E27FC236}">
                <a16:creationId xmlns:a16="http://schemas.microsoft.com/office/drawing/2014/main" id="{A1839146-EE87-432B-8F24-674481E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43325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核对关键流程</a:t>
            </a:r>
          </a:p>
        </p:txBody>
      </p:sp>
      <p:sp>
        <p:nvSpPr>
          <p:cNvPr id="8" name="stage-3">
            <a:extLst xmlns:a="http://schemas.openxmlformats.org/drawingml/2006/main">
              <a:ext uri="{FF2B5EF4-FFF2-40B4-BE49-F238E27FC236}">
                <a16:creationId xmlns:a16="http://schemas.microsoft.com/office/drawing/2014/main" id="{5D31F215-6698-4535-8B06-CFFA1A7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上线交付</a:t>
            </a:r>
          </a:p>
        </p:txBody>
      </p:sp>
      <p:sp>
        <p:nvSpPr>
          <p:cNvPr id="9" name="detail-3">
            <a:extLst xmlns:a="http://schemas.openxmlformats.org/drawingml/2006/main">
              <a:ext uri="{FF2B5EF4-FFF2-40B4-BE49-F238E27FC236}">
                <a16:creationId xmlns:a16="http://schemas.microsoft.com/office/drawing/2014/main" id="{747684B5-9F0E-40E5-9450-12BF08E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43325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整理交付材料</a:t>
            </a:r>
          </a:p>
        </p:txBody>
      </p:sp>
      <p:sp>
        <p:nvSpPr>
          <p:cNvPr id="11" name="timeline-baseline">
            <a:extLst xmlns:a="http://schemas.openxmlformats.org/drawingml/2006/main">
              <a:ext uri="{FF2B5EF4-FFF2-40B4-BE49-F238E27FC236}">
                <a16:creationId xmlns:a16="http://schemas.microsoft.com/office/drawing/2014/main" id="{07B41348-4C39-442F-B9DE-DA256A33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2766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86"/>
            </a:solidFill>
            <a:prstDash val="solid"/>
          </a:ln>
        </p:spPr>
      </p:sp>
      <p:sp>
        <p:nvSpPr>
          <p:cNvPr id="12" name="stage-marker-0">
            <a:extLst xmlns:a="http://schemas.openxmlformats.org/drawingml/2006/main">
              <a:ext uri="{FF2B5EF4-FFF2-40B4-BE49-F238E27FC236}">
                <a16:creationId xmlns:a16="http://schemas.microsoft.com/office/drawing/2014/main" id="{3B8D06C8-5653-4713-AB7F-F695AE2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8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</a:ln>
        </p:spPr>
      </p:sp>
      <p:sp>
        <p:nvSpPr>
          <p:cNvPr id="13" name="stage-marker-1">
            <a:extLst xmlns:a="http://schemas.openxmlformats.org/drawingml/2006/main">
              <a:ext uri="{FF2B5EF4-FFF2-40B4-BE49-F238E27FC236}">
                <a16:creationId xmlns:a16="http://schemas.microsoft.com/office/drawing/2014/main" id="{7BA487DF-FDE8-4683-A969-6127A10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38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</a:ln>
        </p:spPr>
      </p:sp>
      <p:sp>
        <p:nvSpPr>
          <p:cNvPr id="14" name="stage-marker-2">
            <a:extLst xmlns:a="http://schemas.openxmlformats.org/drawingml/2006/main">
              <a:ext uri="{FF2B5EF4-FFF2-40B4-BE49-F238E27FC236}">
                <a16:creationId xmlns:a16="http://schemas.microsoft.com/office/drawing/2014/main" id="{EF80ED9B-B50A-4077-A6EE-61FF6195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</a:ln>
        </p:spPr>
      </p:sp>
      <p:sp>
        <p:nvSpPr>
          <p:cNvPr id="15" name="stage-marker-3">
            <a:extLst xmlns:a="http://schemas.openxmlformats.org/drawingml/2006/main">
              <a:ext uri="{FF2B5EF4-FFF2-40B4-BE49-F238E27FC236}">
                <a16:creationId xmlns:a16="http://schemas.microsoft.com/office/drawing/2014/main" id="{CE565951-B500-4679-B8F6-6C3A894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</a:ln>
        </p:spPr>
      </p:sp>
    </p:spTree>
    <p:extLst>
      <p:ext uri="{BB962C8B-B14F-4D97-AF65-F5344CB8AC3E}">
        <p14:creationId xmlns:p14="http://schemas.microsoft.com/office/powerpoint/2010/main" val="49837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A1DAFA-0969-489F-AEEE-4FF3054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两种交付形式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02563-429E-4D06-80FB-79AE371F998F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095750"/>
              </a:tblGrid>
              <a:tr h="833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演示文稿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说明文档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现场讲述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独立阅读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内容组织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重点与图示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输出形式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可编辑幻灯片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可检索文档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6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2026-10-28T08:45:16.1020000Z</dcterms:created>
  <dcterms:modified xsi:type="dcterms:W3CDTF">2026-10-28T08:45:16.1020000Z</dcterms:modified>
</coreProperties>
</file>